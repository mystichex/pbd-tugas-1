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Bukti Tugas Pengelolaan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Analisis Sentimen Publik: Putusan MK Isu Ijazah Gibran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1F5F9"/>
                </a:solidFill>
                <a:latin typeface="Consolas"/>
              </a:rPr>
              <a:t>Arsitektur Medallion di MongoDB:</a:t>
            </a:r>
          </a:p>
          <a:p>
            <a:r>
              <a:rPr sz="1800" b="0">
                <a:solidFill>
                  <a:srgbClr val="F1F5F9"/>
                </a:solidFill>
                <a:latin typeface="Consolas"/>
              </a:rPr>
              <a:t/>
            </a:r>
          </a:p>
          <a:p>
            <a:r>
              <a:rPr sz="1800" b="0">
                <a:solidFill>
                  <a:srgbClr val="F1F5F9"/>
                </a:solidFill>
                <a:latin typeface="Consolas"/>
              </a:rPr>
              <a:t>  YouTube API v3  ─┐</a:t>
            </a:r>
          </a:p>
          <a:p>
            <a:r>
              <a:rPr sz="1800" b="0">
                <a:solidFill>
                  <a:srgbClr val="F1F5F9"/>
                </a:solidFill>
                <a:latin typeface="Consolas"/>
              </a:rPr>
              <a:t>                              ├─►  BRONZE (raw)  ─►  SILVER (bersih)  ─►  GOLD (sentimen)  ─►  Dashboard Streamlit</a:t>
            </a:r>
          </a:p>
          <a:p>
            <a:r>
              <a:rPr sz="1800" b="0">
                <a:solidFill>
                  <a:srgbClr val="F1F5F9"/>
                </a:solidFill>
                <a:latin typeface="Consolas"/>
              </a:rPr>
              <a:t>  Scraping Antara ─┘</a:t>
            </a:r>
          </a:p>
          <a:p>
            <a:r>
              <a:rPr sz="1800" b="0">
                <a:solidFill>
                  <a:srgbClr val="F1F5F9"/>
                </a:solidFill>
                <a:latin typeface="Consolas"/>
              </a:rPr>
              <a:t/>
            </a:r>
          </a:p>
          <a:p>
            <a:r>
              <a:rPr sz="1800" b="0">
                <a:solidFill>
                  <a:srgbClr val="F1F5F9"/>
                </a:solidFill>
                <a:latin typeface="Consolas"/>
              </a:rPr>
              <a:t>Database: bigdata_sentiment_mk  |  Python 3.11  |  Docker Compose</a:t>
            </a:r>
          </a:p>
          <a:p>
            <a:r>
              <a:rPr sz="1800" b="0">
                <a:solidFill>
                  <a:srgbClr val="F1F5F9"/>
                </a:solidFill>
                <a:latin typeface="Consolas"/>
              </a:rPr>
              <a:t>Slide ini hanya memuat bukti dari kode yang ada di repositori.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1. Pembuatan Container NoSQL (MongoDB)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docker-compose.yml: service mongodb + mongo-express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docker-compose.yml  (baris 1-28)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services: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mongodb: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image: mongo:7.0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container_name: pbd_mongodb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restart: unless-stopped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ports: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"27017:27017"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environment: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MONGO_INITDB_DATABASE=bigdata_sentiment_mk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volumes: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mongo_data:/data/db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networks: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pbd_network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mongo-express: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image: mongo-express:latest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container_name: pbd_mongo_express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restart: unless-stopped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ports: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"8081:8081"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environment: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ME_CONFIG_MONGODB_SERVER=mongodb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ME_CONFIG_MONGODB_PORT=27017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ME_CONFIG_BASICAUTH=false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depends_on: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mongodb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networks: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- pbd_network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Image mongo:7.0, container pbd_mongodb, port 27017, data di volume mongo_data. Mongo Express (port 8081) untuk inspeksi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2a. Sumber Data 1: YouTube Data API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Semi-structured: JSON komentar dengan objek nested 'raw'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collectors\youtube_api.py  (baris 41-48)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        request = service.search().list(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q=query,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part="snippet",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type="video",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maxResults=max_results,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relevanceLanguage="id"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response = request.execute()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collectors\youtube_api.py  (baris 78-104)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        while len(comments_data) &lt; max_comments: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request = service.commentThreads().list(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part="snippet,replies",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videoId=video_id,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maxResults=min(100, max_comments - len(comments_data)),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pageToken=next_page_token,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textFormat="plainText"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response = request.execute()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for item in response.get("items", []):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top_comment = item["snippet"]["topLevelComment"]["snippet"]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comment_id = item["snippet"]["topLevelComment"]["id"]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comments_data.append({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"source": "youtube",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"video_id": video_id,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"video_title": video_title,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"comment_id": comment_id,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"raw": {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    "text": top_comment.get("textDisplay", ""),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    "author": top_comment.get("authorDisplayName", "Anonim"),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    "published_at": top_comment.get("publishedAt", ""),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    "like_count": top_comment.get("likeCount", 0)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},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    "scraped_at": datetime.now(timezone.utc).isoformat()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    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search().list mencari video; commentThreads().list mengambil komentar + balasan (paginasi nextPageToken).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2b. Sumber Data 2: Web Scraping Berita (Antara News)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Unstructured: HTML artikel → dokumen JSON, memakai Scrapling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collectors\news_scraper.py  (baris 18-36)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7F3D0"/>
                </a:solidFill>
                <a:latin typeface="Consolas"/>
              </a:rPr>
              <a:t>def scrape_antaranews(query: str, max_articles: int = 5) -&gt; List[Dict[str, Any]]: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"""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Scraping artikel berita dari Antara News menggunakan Scrapling Fetcher.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"""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articles = []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fetcher = Fetcher()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search_url = f"https://www.antaranews.com/search?q={quote(query)}"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try: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logger.info(f"Mengakses Antara News via Scrapling: {search_url}")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page = fetcher.get(search_url, timeout=10)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# Scrapling css selector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items = page.css("article.simple-post, .card__post, .post_item")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if not items: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items = page.css("h3 a")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logger.info(f"Ditemukan {len(items)} calon tautan artikel di Antara News.")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collectors\news_scraper.py  (baris 49-78)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7F3D0"/>
                </a:solidFill>
                <a:latin typeface="Consolas"/>
              </a:rPr>
              <a:t>            # Fetch detail artikel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try: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detail_page = fetcher.get(link, timeout=10)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title_el = detail_page.css("h1.post-title, h1")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title = title_el[0].text.strip() if title_el else "Berita Putusan MK"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# Paragraf konten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paragraphs = detail_page.css(".post-content p, article p")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content_text = " ".join([p.text.strip() for p in paragraphs if p.text.strip()])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# Penulis &amp; tanggal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author_el = detail_page.css(".author-name, .post-author, span.text-muted")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author = author_el[0].text.strip() if author_el else "Redaksi Antara"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date_el = detail_page.css("span.article-date, time")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published_at = date_el[0].text.strip() if date_el else datetime.now(timezone.utc).isoformat()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if content_text: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articles.append({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"source": "news",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"url": link,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"raw": {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    "title": title,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    "content": content_text,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    "author": author,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    "published_at": published_at,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    "url": link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},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    "scraped_at": datetime.now(timezone.utc).isoformat()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        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Selector CSS untuk daftar artikel, lalu fetch halaman detail (judul, paragraf, penulis, tanggal).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3. Penyimpanan Raw Data (Bronze Layer)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Data mentah disimpan tanpa modifikasi, deduplikasi lewat unique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pipeline\bronze.py  (baris 17-27)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7F3D0"/>
                </a:solidFill>
                <a:latin typeface="Consolas"/>
              </a:rPr>
              <a:t>def init_bronze_indexes():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"""Membuat indeks unik untuk mencegah duplikasi dokumen di Bronze Layer."""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db = get_mongo_db()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try: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# Indeks unik untuk komentar YouTube berdasarkan comment_id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db[COLLECTION_BRONZE_YOUTUBE].create_index("comment_id", unique=True)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# Indeks unik untuk artikel berita berdasarkan URL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db[COLLECTION_BRONZE_NEWS].create_index("url", unique=True)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logger.info("Indeks unik Bronze Layer berhasil diinisialisasi.")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except Exception as e: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logger.warning(f"Catatan saat inisialisasi indeks Bronze: {e}")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pipeline\bronze.py  (baris 44-57)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7F3D0"/>
                </a:solidFill>
                <a:latin typeface="Consolas"/>
              </a:rPr>
              <a:t>    for doc in comments: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comment_id = doc.get("comment_id")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if not comment_id: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continue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try: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res = col.update_one(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    {"comment_id": comment_id},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    {"$setOnInsert": doc},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    upsert=True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)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if res.upserted_id: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    inserted_count += 1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else:</a:t>
            </a:r>
          </a:p>
          <a:p>
            <a:r>
              <a:rPr sz="1000" b="0">
                <a:solidFill>
                  <a:srgbClr val="A7F3D0"/>
                </a:solidFill>
                <a:latin typeface="Consolas"/>
              </a:rPr>
              <a:t>                duplicate_count +=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Koleksi: bronze_youtube (unique comment_id) dan bronze_news (unique url). $setOnInsert menjaga data mentah tetap utuh.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4. Pengolahan Raw → Data Terstruktur (Silver &amp; Gold)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Cleaning NLP → skema tetap → klasifikasi sentimen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27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44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pipeline\preprocessing.py  (baris 124-136)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44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7F3D0"/>
                </a:solidFill>
                <a:latin typeface="Consolas"/>
              </a:rPr>
              <a:t>def preprocess_text(text: str, stem: bool = False) -&gt; str: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"""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Pipeline lengkap preprocessing teks: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Raw -&gt; Clean Regex -&gt; Case Folding -&gt; Slang Normalization -&gt; Stopwords Removal (-&gt; Stemming)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"""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cleaned = clean_regex(text)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normalized = normalize_slang(cleaned)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no_stopwords = remove_stopwords(normalized)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if stem and len(no_stopwords) &gt; 0: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return apply_stemming(no_stopwords)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return no_stopwords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371600"/>
            <a:ext cx="3627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8640" y="1417320"/>
            <a:ext cx="344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pipeline\silver.py  (baris 52-72)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640" y="1691640"/>
            <a:ext cx="344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7F3D0"/>
                </a:solidFill>
                <a:latin typeface="Consolas"/>
              </a:rPr>
              <a:t>        # Preprocessing teks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clean_text = preprocess_text(original_text)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# Lewati komentar yang kosong atau terlalu pendek setelah cleaning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if not clean_text or len(clean_text.split()) &lt; 2: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skipped_count += 1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continue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silver_doc = {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"source": "youtube",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"video_id": doc.get("video_id", ""),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"video_title": doc.get("video_title", ""),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"comment_id": comment_id,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"text_original": original_text,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"text_clean": clean_text,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"author": raw_data.get("author", "Anonim"),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"published_at": raw_data.get("published_at", ""),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"like_count": int(raw_data.get("like_count", 0)),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"language": "id",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"processed_at": datetime.now(timezone.utc).isoformat()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7200" y="1371600"/>
            <a:ext cx="3627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8640" y="1417320"/>
            <a:ext cx="344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pipeline\gold.py  (baris 61-75)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8640" y="1691640"/>
            <a:ext cx="344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7F3D0"/>
                </a:solidFill>
                <a:latin typeface="Consolas"/>
              </a:rPr>
              <a:t>        gold_doc = {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"comment_id": comment_id,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"source": doc.get("source", "youtube"),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"video_id": doc.get("video_id", ""),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"video_title": doc.get("video_title", ""),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"author": doc.get("author", "Anonim"),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"text_original": doc.get("text_original", ""),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"text_clean": doc.get("text_clean", ""),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"published_at": doc.get("published_at", ""),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"like_count": int(doc.get("like_count", 0)),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"sentiment": pred["sentiment"],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"confidence": pred["confidence"],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"probabilities": pred["probabilities"],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    "analyzed_at": datetime.now(timezone.utc).isoformat()</a:t>
            </a:r>
          </a:p>
          <a:p>
            <a:r>
              <a:rPr sz="800" b="0">
                <a:solidFill>
                  <a:srgbClr val="A7F3D0"/>
                </a:solidFill>
                <a:latin typeface="Consolas"/>
              </a:rPr>
              <a:t>       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Raw: {raw:{text,author,...}}  →  Silver: text_original/text_clean/author/like_count  →  Gold: + sentiment, confidence, probabilities.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Hasil Pengumpulan &amp; Pengolahan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Sumber angka: laporan_hasil_analisis_sentimen.md (bukan hasil run ulang)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1F5F9"/>
                </a:solidFill>
                <a:latin typeface="Calibri"/>
              </a:rPr>
              <a:t>•  YouTube: 2 video, 234 komentar  |  Berita Antara: 3 artikel</a:t>
            </a:r>
          </a:p>
          <a:p>
            <a:r>
              <a:rPr sz="2000" b="0">
                <a:solidFill>
                  <a:srgbClr val="F1F5F9"/>
                </a:solidFill>
                <a:latin typeface="Calibri"/>
              </a:rPr>
              <a:t>•  bronze_youtube: 240  |  bronze_news: 3</a:t>
            </a:r>
          </a:p>
          <a:p>
            <a:r>
              <a:rPr sz="2000" b="0">
                <a:solidFill>
                  <a:srgbClr val="F1F5F9"/>
                </a:solidFill>
                <a:latin typeface="Calibri"/>
              </a:rPr>
              <a:t>•  silver_comments: 234  |  silver_news: 3</a:t>
            </a:r>
          </a:p>
          <a:p>
            <a:r>
              <a:rPr sz="2000" b="0">
                <a:solidFill>
                  <a:srgbClr val="F1F5F9"/>
                </a:solidFill>
                <a:latin typeface="Calibri"/>
              </a:rPr>
              <a:t>•  gold_sentiment: 234</a:t>
            </a:r>
          </a:p>
          <a:p>
            <a:r>
              <a:rPr sz="2000" b="0">
                <a:solidFill>
                  <a:srgbClr val="F1F5F9"/>
                </a:solidFill>
                <a:latin typeface="Calibri"/>
              </a:rPr>
              <a:t>•  Sentimen: Positif 84 (35,9%)  |  Netral 76 (32,5%)  |  Negatif 74 (31,6%)</a:t>
            </a:r>
          </a:p>
          <a:p>
            <a:r>
              <a:rPr sz="2000" b="0">
                <a:solidFill>
                  <a:srgbClr val="F1F5F9"/>
                </a:solidFill>
                <a:latin typeface="Calibri"/>
              </a:rPr>
              <a:t>•  Catatan: collector fallback ke data mock bila API/scraping gagal (collectors/mock_data.py).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Bonus 1. Docker Volume untuk Penyimpanan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Data MongoDB di named volume, terpisah dari filesystem container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docker-compose.yml  (baris 10-11)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7F3D0"/>
                </a:solidFill>
                <a:latin typeface="Consolas"/>
              </a:rPr>
              <a:t>    volumes:</a:t>
            </a:r>
          </a:p>
          <a:p>
            <a:r>
              <a:rPr sz="1400" b="0">
                <a:solidFill>
                  <a:srgbClr val="A7F3D0"/>
                </a:solidFill>
                <a:latin typeface="Consolas"/>
              </a:rPr>
              <a:t>      - mongo_data:/data/db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docker-compose.yml  (baris 50-53)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7F3D0"/>
                </a:solidFill>
                <a:latin typeface="Consolas"/>
              </a:rPr>
              <a:t>volumes:</a:t>
            </a:r>
          </a:p>
          <a:p>
            <a:r>
              <a:rPr sz="1400" b="0">
                <a:solidFill>
                  <a:srgbClr val="A7F3D0"/>
                </a:solidFill>
                <a:latin typeface="Consolas"/>
              </a:rPr>
              <a:t>  mongo_data:</a:t>
            </a:r>
          </a:p>
          <a:p>
            <a:r>
              <a:rPr sz="1400" b="0">
                <a:solidFill>
                  <a:srgbClr val="A7F3D0"/>
                </a:solidFill>
                <a:latin typeface="Consolas"/>
              </a:rPr>
              <a:t>    name: pbd_mongo_data</a:t>
            </a:r>
          </a:p>
          <a:p>
            <a:r>
              <a:rPr sz="1400" b="0">
                <a:solidFill>
                  <a:srgbClr val="A7F3D0"/>
                </a:solidFill>
                <a:latin typeface="Consolas"/>
              </a:rPr>
              <a:t>    driver: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Volume pbd_mongo_data (driver local): data bertahan saat container dihapus/di-restart. Catatan: named volume, bukan bind-mount ke disk lain.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Bonus 2. Crawling Otomatis (Scheduler)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Siklus: collect → Bronze → Silver → Gold, berulang tiap N menit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scheduler\scheduler.py  (baris 36-55)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    try: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# 1. Data Collection &amp; Bronze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logger.info("[1/3] Mengambil data YouTube &amp; Berita Scrapling...")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comms = collect_youtube_data(count=30)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news = collect_news_data(count=3)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ins_yt, dup_yt = save_bronze_youtube(comms)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ins_news, dup_news = save_bronze_news(news)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logger.info(f"Bronze Update -&gt; YouTube baru: {ins_yt}, Berita baru: {ins_news}")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# 2. Silver Processing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logger.info("[2/3] Memproses data Bronze ke Silver Layer...")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proc_comms, _ = process_bronze_to_silver_comments()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proc_news, _ = process_bronze_to_silver_news()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logger.info(f"Silver Update -&gt; Komentar bersih: {proc_comms}, Berita bersih: {proc_news}")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# 3. Gold Sentiment Analysis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logger.info("[3/3] Menjalankan Analisis Sentimen ke Gold Layer...")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saved_gold, _ = process_silver_to_gold()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logger.info(f"Gold Update -&gt; Total analisis: {saved_gold}")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scheduler\scheduler.py  (baris 64-78)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def start_scheduler(interval_minutes: int = 60):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"""Memulai scheduler dengan interval waktu yang ditentukan."""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logger.info(f"Scheduler aktif! Pipeline akan berjalan setiap {interval_minutes} menit.")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logger.info("Tekan Ctrl+C untuk menghentikan scheduler.")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# Jalankan sekali di awal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run_scheduled_job()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# Jadwalkan berikutnya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schedule.every(interval_minutes).minutes.do(run_scheduled_job)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try: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while True: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schedule.run_pending()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time.sleep(1)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Dijalankan: python scheduler/scheduler.py [menit]  (default 60 menit). Berjalan dari host, belum jadi service compose.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Bonus 3. Indexing &amp; Pencarian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Index MongoDB per layer + pencarian kata kunci di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27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44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pipeline\gold.py  (baris 21-28)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44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def init_gold_indexes():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"""Membuat indeks pada Gold Layer untuk agregasi cepat dan dashboard."""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db = get_mongo_db()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try: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db[COLLECTION_GOLD_SENTIMENT].create_index("comment_id", unique=True)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db[COLLECTION_GOLD_SENTIMENT].create_index("sentiment")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db[COLLECTION_GOLD_SENTIMENT].create_index("published_at")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db[COLLECTION_GOLD_SENTIMENT].create_index("confidence")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371600"/>
            <a:ext cx="3627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8640" y="1417320"/>
            <a:ext cx="344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pipeline\silver.py  (baris 21-27)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640" y="1691640"/>
            <a:ext cx="344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def init_silver_indexes():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"""Membuat indeks pada Silver Layer untuk pencarian cepat dan pencegahan duplikasi."""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db = get_mongo_db()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try: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db[COLLECTION_SILVER_COMMENTS].create_index("comment_id", unique=True)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db[COLLECTION_SILVER_COMMENTS].create_index("published_at")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db[COLLECTION_SILVER_NEWS].create_index("url", unique=True)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7200" y="1371600"/>
            <a:ext cx="3627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8640" y="1417320"/>
            <a:ext cx="344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dashboard\app.py  (baris 381-390)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8640" y="1691640"/>
            <a:ext cx="344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query_filter = {"confidence": {"$gte": min_confidence}}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if filter_sentiment != "Semua":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query_filter["sentiment"] = filter_sentiment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if search_keyword.strip():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query_filter["text_clean"] = {"$regex": search_keyword.strip(), "$options": "i"}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/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filtered_comments = list(db[COLLECTION_GOLD_SENTIMENT].find(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query_filter,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{"_id": 0, "comment_id": 1, "author": 1, "text_original": 1, "sentiment": 1, "confidence": 1, "like_count": 1, "published_at": 1}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).sort("like_count", -1).limit(30))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Unique index (comment_id, url) + index sentiment/published_at/confidence. Pencarian teks memakai $regex; belum ada Elasticsearch / text index.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Calibri"/>
              </a:rPr>
              <a:t>Bonus 4. Dashboard (Streamlit + Plotly)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Donut distribusi, tren waktu, kata kunci, volume per layer, comment explorer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dashboard\app.py  (baris 279-293)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    fig_donut = px.pie(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dist_df,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names="Sentimen",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values="Jumlah",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hole=0.55,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color="Sentimen",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color_discrete_map={"Positif": "#22C55E", "Netral": "#F59E0B", "Negatif": "#EF4444"}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fig_donut.update_traces(textposition="inside", textinfo="percent+label", hoverinfo="label+value+percent")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fig_donut.update_layout(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margin=dict(t=20, b=20, l=20, r=20),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showlegend=True,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legend=dict(orientation="h", yanchor="bottom", y=-0.15, xanchor="center", x=0.5)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st.plotly_chart(fig_donut, use_container_width=True)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532120" cy="4480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libri"/>
              </a:rPr>
              <a:t>dashboard\app.py  (baris 305-315)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F3D0"/>
                </a:solidFill>
                <a:latin typeface="Consolas"/>
              </a:rPr>
              <a:t>        timeline_grouped = df_timeline.groupby(["date", "sentiment"]).size().reset_index(name="count")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fig_line = px.line(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timeline_grouped,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x="date",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y="count",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color="sentiment",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color_discrete_map={"positive": "#22C55E", "neutral": "#F59E0B", "negative": "#EF4444"},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markers=True,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    labels={"date": "Tanggal", "count": "Jumlah Komentar", "sentiment": "Sentimen"}</a:t>
            </a:r>
          </a:p>
          <a:p>
            <a:r>
              <a:rPr sz="900" b="0">
                <a:solidFill>
                  <a:srgbClr val="A7F3D0"/>
                </a:solidFill>
                <a:latin typeface="Consolas"/>
              </a:rPr>
              <a:t>      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Dashboard di port 8501 (service dashboard di docker-compose.yml, baris 30-48). Data diambil langsung dari koleksi gold_sentiment.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